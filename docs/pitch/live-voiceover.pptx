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Mac shipped on-device intelligence to developers years ago. Windows has the hardware and the on-device HD voices - but no public API.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Natural (HD) voices -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 -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has shipped this to developers for years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-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(SpeechAnalyzer) and on-device neural TTS.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Apple Foundation Models run on the ANE - exposed to third-party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Local-first AI apps ship on Mac &amp; iPhone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-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Natural (HD) voices + local models already on the machine.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They run on the CPU - no special NPU - so nearly every modern PC qualifies.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no public API - the capability is locked to first-party features.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Comparable on-device capability - running on ordinary hardware. The difference is access, and access is what innovation is built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 -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 -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 - no NPU required -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 -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- a network round-trip and server cost on every play -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 -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 -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 -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 - this complements studio dubbing, it doesn't replace it.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 - vs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instant -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accessible documents -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 -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 -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free -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 - built into the tool,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 - and the same code scales to Azure with your creds.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 -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runtime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 -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 -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 -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 -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upsell. Apple has no cloud to graduate to - Windows + Azure is a funnel only Microsoft can offer.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Ship this as a first-class Windows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Enumerate installed Natural voices (locale, gender, package).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Load a voice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Stream synthesis live to the speaker with word-boundary events.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Same surface scales to Azure with credentials - local-first,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- Edge, Teams, Office, media players, accessibility tools - gets instant, private, multilingual, on-device narration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