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Mac shipped on-device intelligence to developers years ago. Windows has the hardware and the on-device HD voices — but no public API.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Natural (HD) voices —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 —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has shipped this to developers for years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(SpeechAnalyzer) and on-device neural TTS.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Apple Foundation Models run on the ANE — exposed to third-party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Local-first AI apps ship on Mac &amp; iPhone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—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Natural (HD) voices + local models already on the machine.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They run on the CPU — no special NPU — so nearly every modern PC qualifies.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no public API — the capability is locked to first-party features.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Comparable on-device capability — running on ordinary hardware. The difference is access, and access is what innovation is built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 —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 —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 — no NPU required —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 —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— a network round-trip and server cost on every play —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 —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 —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 —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 — this complements studio dubbing, it doesn't replace it.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 — vs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instant —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accessible documents —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 —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 —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free —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 — built into the tool,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 — and the same code scales to Azure with your creds.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 —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runtime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 —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 —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 —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 —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upsell. Apple has no cloud to graduate to — Windows + Azure is a funnel only Microsoft can offer.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Ship this as a first-class Windows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Enumerate installed Natural voices (locale, gender, package).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Load a voice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Stream synthesis live to the speaker with word-boundary events.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Same surface scales to Azure with credentials — local-first,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— Edge, Teams, Office, media players, accessibility tools — gets instant, private, multilingual, on-device narration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