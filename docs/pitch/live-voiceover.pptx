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Local AI on Windows: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4400" b="1">
                <a:solidFill>
                  <a:srgbClr val="00998A"/>
                </a:solidFill>
                <a:latin typeface="Segoe UI Semibold"/>
              </a:rPr>
              <a:t>the advantage that's locked away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CFE0F3"/>
                </a:solidFill>
                <a:latin typeface="Segoe UI Light"/>
              </a:rPr>
              <a:t>Mac shipped on-device intelligence to developers years ago. Windows has the hardware and the on-device HD voices, but no public API. Here's the proof, and the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9FC4E7"/>
                </a:solidFill>
                <a:latin typeface="Segoe UI"/>
              </a:rPr>
              <a:t>A working reference implementation on Windows' on-device Natural (HD) voices,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9FC4E7"/>
                </a:solidFill>
                <a:latin typeface="Segoe UI Semibold"/>
              </a:rPr>
              <a:t>built to show Microsoft the public API it should 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Windows is sitting on something groundbreaking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Local AI models unlock scenarios cloud can't: offline, private, free, instant. The capability already ships on Windows. Access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WHY ·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Mac has shipped this to developers for years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APPLE ·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speech (SpeechAnalyzer) and on-device neural TTS.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Apple Foundation Models run on the ANE, exposed to third-party apps.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Local-first AI apps ship on Mac &amp; iPhone right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1168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WINDOWS ·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Natural (HD) voices + local models already on the machine.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They run on the CPU (no special NPU), so nearly every modern PC qualifies.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But no public API exists, so the capability is locked to first-party features.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864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Comparable on-device capability, running on ordinary hardware. The difference is access, and access is what innovation is built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WHY · THE TECH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voice is already on the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Already installed ·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One system-wide model, already offline on every machine that added a voice, so apps rely on Windows instead of bundling or downloading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7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Near-cloud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Forced-HD on-device output is near-identical to Microsoft's cloud neural voices, not the old robotic local voices.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Runs anywhere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Synthesis is far faster than real time on an ordinary CPU, needs no NPU, and is fast enough to generate speech live on virtually any modern PC.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The capability ships on every Windows machine. The public API to enumerate, load, and drive it does not, so no app can build on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WHY · THE COST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Microsoft won't even use its own local tech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65176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000" b="1">
                <a:solidFill>
                  <a:srgbClr val="CA5F00"/>
                </a:solidFill>
                <a:latin typeface="Segoe UI Semibold"/>
              </a:rPr>
              <a:t>Edge “Read Aloud”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Its natural voices stream from the CLOUD (a network round-trip and server cost on every play), even though a same-class Natural HD voice now runs on the very same device,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202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Needs a connection, with no offline read-aloud at natural quality.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privacy boundary: text leaves the device to be spoken.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recurring cloud bill for something the local device could do for free.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If Microsoft's own browser can't build on the local voice, no ISV can.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3A5E"/>
                </a:solidFill>
                <a:latin typeface="Segoe UI Semibold"/>
              </a:rPr>
              <a:t>The tech is sitting idle behind a missing API. Innovation is blocked at the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What local voices unlock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Open the API and the same on-device voice powers new products, and fixes ones Microsoft already 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Subtitles → live, multilingual voiceover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>
                <a:solidFill>
                  <a:srgbClr val="103A5E"/>
                </a:solidFill>
                <a:latin typeface="Segoe UI Semibold"/>
              </a:rPr>
              <a:t>Every video already ships subtitles. Turn that track into an on-device spoken voiceover, in the viewer's language, in sync with the video.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Proof: “Zava Dental” product video, voiced in English (Ava) and French (Remy), Natural HD, fully offline. Same pipeline, only the subtitle language differs.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A WinUI app plays the muted video and switches voiceover language LIVE, mid-play, on the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10881360" cy="14173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CA5F00"/>
                </a:solidFill>
                <a:latin typeface="Segoe UI Semibold"/>
              </a:rPr>
              <a:t>Honest boundary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1F1F1F"/>
                </a:solidFill>
                <a:latin typeface="Segoe UI"/>
              </a:rPr>
              <a:t>No lip-sync, one voice per language, neutral delivery. This complements studio dubbing; it doesn't replace it. It's transformative for the vast middle: training, docs, demos, news, corporate comms, education, UGC, accessibility.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8FC4F0"/>
                </a:solidFill>
                <a:latin typeface="Segoe UI Semibold"/>
              </a:rPr>
              <a:t>WHAT · IT SCALES THE RIGHT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One track. Every language. Almost no bytes.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120640" cy="219456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00998A"/>
                </a:solidFill>
                <a:latin typeface="Segoe UI Semibold"/>
              </a:rPr>
              <a:t>≈ 400×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smaller as a subtitle (~2.6 KB) than as pre-rendered dub audio (~1.0 MB), per language.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Subtitles are ALREADY on the wire for captions → the voiceover is effectively free bandwidth.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7 languages: ~18 KB of subtitles vs ~7 MB of dub audio, versus ~812 MB of duplicate dubbed videos.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One asset serves BOTH captions (deaf/HoH) and spoken narration (low-vision, dyslexic, eyes-busy, learners).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Instant reach into the long tail of languages no studio would fund a voice cast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FIX WHAT ALREADY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same voice, in every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9728" cy="1920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Edge Read Aloud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Same HD quality with zero cloud cost, offline, private, and instant, with no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109728" cy="192024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Teams &amp; Office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On-device narration, captions read aloud, and accessible documents, with no per-minute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0520"/>
            <a:ext cx="109728" cy="192024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Clipchamp voiceover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Its text-to-speech voiceover runs on Azure today; on-device HD voices cut that cloud bill to zero and work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4160520"/>
            <a:ext cx="109728" cy="1920240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Accessibility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Private, offline screen narration in the user's language, so nothing leaves the machine.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A NEW CREATIVE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Make every PowerPoint a video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POWERPOINT + LOCAL VOICES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Speaker notes become the narration script, one per slide.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Render the deck to a fully narrated MP4, on the device.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deck → many languages, no re-recording.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Offline, private, and free, with an Azure upsell for avatars &amp; premium.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96596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CLOUD VIDEO TOOLS (e.g. Synthesia)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Per-minute / subscription cloud cost.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Script and content leave the org to render.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Online-only; a separate tool and export step.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No on-device, private, or free tier.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406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Turn every deck into a narrated, multilingual video, built into the tool and running on the device. Even this deck could narrate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IT'S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Fast enough to switch language mid-video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Real-time factor (synthesis)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≈ 0.025–0.05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~20–40× faster than playback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7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7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Steady-state synth (≈4 s speech)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532887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per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5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1255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Time-to-first-audio (cold)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91255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on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9623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49623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Load a 2nd voice (staging cached)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3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~23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849623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essentially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07991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07991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First synth per voice (warm-up)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07991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~1.1–1.4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07991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per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9511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03A5E"/>
                </a:solidFill>
                <a:latin typeface="Segoe UI Semibold"/>
              </a:rPr>
              <a:t>Pre-load the offered languages once → switching is instant: change the dropdown and the next line speaks in the new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Make the POC real: remove the hack, ship the API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One API surface. Local-first and free by default, and the same code scales to Azure with your creds.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HOW · THE FRICTION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It works, but only as a hack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700" b="0">
                <a:solidFill>
                  <a:srgbClr val="1F1F1F"/>
                </a:solidFill>
                <a:latin typeface="Segoe UI"/>
              </a:rPr>
              <a:t>To reach the on-device HD runtime with no public API, this reference implementation has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Pass an undocumented Embedded Speech license string to unlock synthesis.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Load gated extension DLLs out of a first-party SystemApps folder.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Resolve native dependencies by walking the package graph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CA5F00"/>
                </a:solidFill>
                <a:latin typeface="Segoe UI Semibold"/>
              </a:rPr>
              <a:t>Unsupported and fragile, exactly the friction that stops real products from shipping on the capability. That's what the API removes.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HOW ·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One API. Local by default. Cloud when you want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DEFAULT: 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Offline, private, free, instant.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Runs on the installed Natural HD voice.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No key, no bill, nothing leaves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874519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UPSELL: same API + your Azure creds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More voices, more languages, server-side scale.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Batch, streaming, and cross-device workloads.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Same code path; credentials switch the backend.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3063240"/>
            <a:ext cx="502920" cy="365760"/>
          </a:xfrm>
          <a:prstGeom prst="rightArrow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Local is the free on-ramp; Azure is the upsell. Apple has no cloud to graduate to; Windows + Azure is a funnel only Microsoft can offer.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8FC4F0"/>
                </a:solidFill>
                <a:latin typeface="Segoe UI Semibold"/>
              </a:rPr>
              <a:t>THE ASK TO MICROSOFT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Ship this as a first-class Windows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This repo is a working reference implementation of what it should look like. Take the hack out; make it supported: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Enumerate installed Natural voices (locale, gender, package).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Load a voice and synthesize offline through the on-device HD runtime.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Stream synthesis live to the speaker with word-boundary events.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Same surface scales to Azure with credentials, so it's local-first and cloud-optional.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Then every app (Edge, Teams, Office, media players, accessibility tools) gets instant, private, multilingual, on-device narration for free, with a paved road to Azure.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