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Local AI unlocks a new class of experiences: offline, private, instant, and free. Windows already ships the on-device HD voices and the hardware to run them. The one thing missing is the public API to build on.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Natural (HD) voices,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can't: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proves the model; Windows can take it further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· proven, but capped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and neural TTS already ship to third-party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It proves local-first AI is real, shipped, and wanted by developers.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there is no cloud to graduate to: Apple cannot scale you past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+ AZURE · the bigger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 same on-device HD voices are already on the machine, free and offline.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API can scale from local to Azure with your credentials, no rewrite.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First-party reach (Edge, Office, Teams, PowerPoint, Clipchamp) no rival matches.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Mac already has almost the equivalent on-device. Only Microsoft can pair it with Azure and its own product suite, turning a proven idea into a platform advantage.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voice, so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voices,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CPU, needs no NPU, and is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not,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(a network round-trip and server cost on every play),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connection, with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products,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video, voiced in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delivery. This complements studio dubbing; it doesn't replace it. It's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audio, versus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and instant, with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and accessible documents, with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language, so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script, one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and free, with an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video, built into the tool and running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default, and the same code scales to Azure with your creds.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works,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runtime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fragile,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DEFAULT: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UPSELL: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path;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upsell. Apple has no cloud to graduate to; Windows + Azure is a funnel only Microsoft can offer.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HD voices,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Ship this as a first-class Windows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Enumerate installed Natural voices (locale, gender, package).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Load a voice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Stream synthesis live to the speaker with word-boundary events.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800" b="0">
                <a:solidFill>
                  <a:srgbClr val="FFFFFF"/>
                </a:solidFill>
                <a:latin typeface="Segoe UI"/>
              </a:rPr>
              <a:t>Same surface scales to Azure with credentials, so it's local-first and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(Edge, Teams, Office, media players, accessibility tools) gets instant, private, multilingual, on-device narration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